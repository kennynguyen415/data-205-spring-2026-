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599"/>
  </p:normalViewPr>
  <p:slideViewPr>
    <p:cSldViewPr snapToGrid="0">
      <p:cViewPr varScale="1">
        <p:scale>
          <a:sx n="88" d="100"/>
          <a:sy n="88" d="100"/>
        </p:scale>
        <p:origin x="17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4D19-B544-D610-4513-C79AF5E76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302A0-C518-7DBD-750A-D5010CA91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427FA-F9B5-4832-30B5-E0E1EF5F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C9286-F700-2DE9-4249-EA4B68D7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861DA-5165-7E6D-64BD-8C3F21D3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64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2789-24BD-4FE5-FE48-08952DEF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C97A-F0D5-A751-64F7-E091DD25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9688E-58BF-419B-4C2F-F39F1FE0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B8933-40E2-AB0D-E8F6-A6CEEEB3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3F278-C243-C80E-68C4-6A46C3C9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4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182D-D3EC-9957-7F77-822E6A45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D0638-9F0E-2B37-BB14-476A7AD5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F9D3-1695-553C-1FAF-ADF190B9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1A5E-CF76-F41F-5977-4AFC8303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8D468-2728-4142-532C-56C27931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15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B21D-2F9E-0D1E-E6BD-D5CD5C72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F3C2-C57A-E314-9966-C21A9AA38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536F8-F6B1-2CE2-124E-B027CF0A3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1A617-F66C-2D48-C1DC-5DEA1C74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CFC83-3960-569C-4278-723C1124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F2BA3-F972-B84A-A6CB-FB68271F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4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D122-181C-5F86-8D4C-326CEFE3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93F5E-2519-3608-C505-CABF575DF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BBFE3-46D9-4DC3-8E76-84134019B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37FBC-9663-8A21-6522-9BB96BC6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BAC1F-3ED1-AC5C-0EFD-E068D466B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4FBC4-BA08-925B-87B1-F4F8D77D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D5DA2-B289-3BC4-2FA1-A59C789E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8BA40-37ED-74FB-1D23-BF610CD5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4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E768-C9F0-16B4-BEEA-4C35CDD1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5AA40-E772-A67F-FE0E-7B34CF40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23B07-2563-8C7B-2797-61F51573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2F8C0-2E63-8BC5-D78F-92D43223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7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92D34-5E89-C9A6-60AE-156A4C8F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FB116-F277-D23C-BDBC-9E530C47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9E0D-BEE0-B3AB-DAF2-111915E5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4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BDC4-E937-86A7-3E08-28546DD0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0282-CD19-B527-8874-5D3806F44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5DA7C-0265-9F47-2634-1C94A59AB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9272E-291E-F2CF-6A88-10618AC9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4A99E-7397-92E1-7217-0028BC75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70C13-0D15-DFDC-6878-09BE3938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2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9DCA-5C17-7BD3-8B40-5677B5A4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0042C-7426-BD20-52FF-7D7B672A0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008BC-6750-0249-1A4A-EF5800443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D0CC0-B298-F211-957D-4520D7A9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9216F-155D-E0C1-A53E-F15E8AFE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2B63F-A668-08B9-E3CA-86824743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2073-1BA9-07CA-B1F1-73A76389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B57AD-8678-E364-671B-187BE2C9B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3317-D262-96EA-F9AE-2C70BBFB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3C105-10E0-140A-4E7F-087A96F3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1200-9285-2161-6DAD-EECEFD63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7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553C5-9746-68D9-1A80-5C271238D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E6832-5057-4AA5-8D84-F898D90AE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E413-5B18-49FD-B35A-273B7289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851D7-F6CF-B00A-1A18-96E7FEC0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AC9AF-AEA1-C24D-6FD3-7773CE3F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A817D2-6576-4307-971A-E4A689A7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34FF9-D0F3-6BD1-5A88-552C0536F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90C3-B38F-C8A2-2F9A-67FCDC147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1CD4F-8E14-3149-BA6D-C96AFF41322D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D685-1876-306A-7F1B-3FABFBE3D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29FBC-B705-980B-9463-ECF4CE45F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D1620-4CA9-6443-A94E-D1472174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7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aph showing the number of people with health insurance&#10;&#10;AI-generated content may be incorrect.">
            <a:extLst>
              <a:ext uri="{FF2B5EF4-FFF2-40B4-BE49-F238E27FC236}">
                <a16:creationId xmlns:a16="http://schemas.microsoft.com/office/drawing/2014/main" id="{A4433E11-FD03-03C9-613A-0737B2EA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2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aph of a company&#10;&#10;AI-generated content may be incorrect.">
            <a:extLst>
              <a:ext uri="{FF2B5EF4-FFF2-40B4-BE49-F238E27FC236}">
                <a16:creationId xmlns:a16="http://schemas.microsoft.com/office/drawing/2014/main" id="{1364CA65-50CE-43AC-391F-01BB3CE8A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6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Kenny</dc:creator>
  <cp:lastModifiedBy>Nguyen, Kenny</cp:lastModifiedBy>
  <cp:revision>2</cp:revision>
  <dcterms:created xsi:type="dcterms:W3CDTF">2026-03-04T03:42:25Z</dcterms:created>
  <dcterms:modified xsi:type="dcterms:W3CDTF">2026-03-04T04:24:56Z</dcterms:modified>
</cp:coreProperties>
</file>